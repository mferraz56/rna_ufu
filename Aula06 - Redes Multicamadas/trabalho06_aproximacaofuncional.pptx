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81813" cy="9661525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25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6600FF"/>
            </a:gs>
            <a:gs pos="100000">
              <a:srgbClr val="200B5B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40120" cy="6855120"/>
          </a:xfrm>
          <a:prstGeom prst="rect">
            <a:avLst/>
          </a:prstGeom>
          <a:ln w="1260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1877040" y="346320"/>
            <a:ext cx="6975720" cy="152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800" b="0" strike="noStrike" spc="-1" dirty="0">
                <a:solidFill>
                  <a:srgbClr val="FFC000"/>
                </a:solidFill>
                <a:latin typeface="Arial"/>
                <a:ea typeface="DejaVu Sans"/>
              </a:rPr>
              <a:t>Trabalho 06: Aproximação Funcional</a:t>
            </a: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1) treinar uma rede neural multicamada(MLP) para aproximar 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    uma função a partir dos pontos amostrados.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   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  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 dirty="0"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1364040" y="2349360"/>
            <a:ext cx="7203960" cy="102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Pontos amostrados:</a:t>
            </a:r>
          </a:p>
          <a:p>
            <a:endParaRPr lang="pt-BR" sz="1800" b="0" strike="noStrike" spc="-1" dirty="0">
              <a:solidFill>
                <a:schemeClr val="bg1"/>
              </a:solidFill>
              <a:latin typeface="Arial"/>
            </a:endParaRPr>
          </a:p>
          <a:p>
            <a:r>
              <a:rPr lang="pt-BR" sz="1500" b="0" strike="noStrike" spc="-1" dirty="0">
                <a:solidFill>
                  <a:schemeClr val="bg1"/>
                </a:solidFill>
                <a:latin typeface="Arial"/>
              </a:rPr>
              <a:t>x = [   0        .1         .2         .3       .4        .5        .6         .7       .8        .9       1.0   ];</a:t>
            </a:r>
          </a:p>
          <a:p>
            <a:r>
              <a:rPr lang="pt-BR" sz="1500" b="0" strike="noStrike" spc="-1" dirty="0">
                <a:solidFill>
                  <a:schemeClr val="bg1"/>
                </a:solidFill>
                <a:latin typeface="Arial"/>
              </a:rPr>
              <a:t>t = [-.9602 -.5770 -.0729  .3771  .6405  .6600  .4609 .1336 -.2013 -.4344 -.5000 ];</a:t>
            </a:r>
          </a:p>
        </p:txBody>
      </p:sp>
      <p:pic>
        <p:nvPicPr>
          <p:cNvPr id="41" name="Imagem 40"/>
          <p:cNvPicPr/>
          <p:nvPr/>
        </p:nvPicPr>
        <p:blipFill>
          <a:blip r:embed="rId2"/>
          <a:stretch/>
        </p:blipFill>
        <p:spPr>
          <a:xfrm>
            <a:off x="1296000" y="3528000"/>
            <a:ext cx="3711240" cy="2808000"/>
          </a:xfrm>
          <a:prstGeom prst="rect">
            <a:avLst/>
          </a:prstGeom>
          <a:ln w="0">
            <a:noFill/>
          </a:ln>
        </p:spPr>
      </p:pic>
      <p:pic>
        <p:nvPicPr>
          <p:cNvPr id="42" name="Imagem 41"/>
          <p:cNvPicPr/>
          <p:nvPr/>
        </p:nvPicPr>
        <p:blipFill>
          <a:blip r:embed="rId3"/>
          <a:stretch/>
        </p:blipFill>
        <p:spPr>
          <a:xfrm>
            <a:off x="5253480" y="3517920"/>
            <a:ext cx="3625200" cy="2808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563B01D27A5FC4DBC7A17372379E6D2" ma:contentTypeVersion="4" ma:contentTypeDescription="Crie um novo documento." ma:contentTypeScope="" ma:versionID="4bd4d7367f4ae1e524e07bae159d36d4">
  <xsd:schema xmlns:xsd="http://www.w3.org/2001/XMLSchema" xmlns:xs="http://www.w3.org/2001/XMLSchema" xmlns:p="http://schemas.microsoft.com/office/2006/metadata/properties" xmlns:ns2="b9814145-752b-41e7-8e37-9ebf869e6913" targetNamespace="http://schemas.microsoft.com/office/2006/metadata/properties" ma:root="true" ma:fieldsID="049ca606e37037babe5ea03080e7dc3d" ns2:_="">
    <xsd:import namespace="b9814145-752b-41e7-8e37-9ebf869e6913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814145-752b-41e7-8e37-9ebf869e6913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9814145-752b-41e7-8e37-9ebf869e6913" xsi:nil="true"/>
  </documentManagement>
</p:properties>
</file>

<file path=customXml/itemProps1.xml><?xml version="1.0" encoding="utf-8"?>
<ds:datastoreItem xmlns:ds="http://schemas.openxmlformats.org/officeDocument/2006/customXml" ds:itemID="{CAD76201-F97D-4508-86F3-8B804CC49226}"/>
</file>

<file path=customXml/itemProps2.xml><?xml version="1.0" encoding="utf-8"?>
<ds:datastoreItem xmlns:ds="http://schemas.openxmlformats.org/officeDocument/2006/customXml" ds:itemID="{6ED6E6E0-A201-4C7D-B8A3-6B2AE8B30A91}"/>
</file>

<file path=customXml/itemProps3.xml><?xml version="1.0" encoding="utf-8"?>
<ds:datastoreItem xmlns:ds="http://schemas.openxmlformats.org/officeDocument/2006/customXml" ds:itemID="{0E0D39A5-350A-41EE-887C-789BDCBD749F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apresentação\Chave e fechadura.pot</Template>
  <TotalTime>1805</TotalTime>
  <Words>80</Words>
  <Application>Microsoft Office PowerPoint</Application>
  <PresentationFormat>Apresentação na tela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Symbol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Keiji</dc:creator>
  <cp:lastModifiedBy>Keiji Yamanaka</cp:lastModifiedBy>
  <cp:revision>178</cp:revision>
  <dcterms:created xsi:type="dcterms:W3CDTF">1601-01-01T00:00:00Z</dcterms:created>
  <dcterms:modified xsi:type="dcterms:W3CDTF">2026-09-21T00:13:04Z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21</vt:i4>
  </property>
  <property fmtid="{D5CDD505-2E9C-101B-9397-08002B2CF9AE}" pid="12" name="ContentTypeId">
    <vt:lpwstr>0x0101007563B01D27A5FC4DBC7A17372379E6D2</vt:lpwstr>
  </property>
</Properties>
</file>