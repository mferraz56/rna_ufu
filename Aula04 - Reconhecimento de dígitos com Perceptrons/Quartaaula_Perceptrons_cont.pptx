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</p:sldIdLst>
  <p:sldSz cx="9144000" cy="685800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3.xml"/><Relationship Id="rId10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00B5B"/>
            </a:gs>
            <a:gs pos="50000">
              <a:srgbClr val="6600FF"/>
            </a:gs>
            <a:gs pos="100000">
              <a:srgbClr val="200B5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9760" cy="6854760"/>
          </a:xfrm>
          <a:prstGeom prst="rect">
            <a:avLst/>
          </a:prstGeom>
          <a:ln w="12600">
            <a:noFill/>
          </a:ln>
        </p:spPr>
      </p:pic>
      <p:pic>
        <p:nvPicPr>
          <p:cNvPr id="5" name="Picture 1036"/>
          <p:cNvPicPr/>
          <p:nvPr/>
        </p:nvPicPr>
        <p:blipFill>
          <a:blip r:embed="rId14"/>
          <a:stretch/>
        </p:blipFill>
        <p:spPr>
          <a:xfrm>
            <a:off x="0" y="0"/>
            <a:ext cx="1368360" cy="6854760"/>
          </a:xfrm>
          <a:prstGeom prst="rect">
            <a:avLst/>
          </a:prstGeom>
          <a:ln w="126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1523880" y="1009800"/>
            <a:ext cx="7311960" cy="21128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</a:t>
            </a:r>
            <a:r>
              <a:rPr lang="en-US" sz="4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  Neurais Artificiais</a:t>
            </a:r>
            <a:endParaRPr lang="pt-BR" sz="4800" b="0" strike="noStrike" spc="-1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1523880" y="2666880"/>
            <a:ext cx="7007040" cy="3730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endParaRPr lang="pt-BR" sz="3200" b="0" strike="noStrike" spc="-1" dirty="0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</a:t>
            </a:r>
            <a:endParaRPr lang="pt-BR" sz="3200" b="0" strike="noStrike" spc="-1" dirty="0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41"/>
              </a:spcBef>
            </a:pPr>
            <a:r>
              <a:rPr lang="en-US" sz="3200" spc="-1" smtClean="0">
                <a:solidFill>
                  <a:srgbClr val="EAEAEA"/>
                </a:solidFill>
                <a:latin typeface="Times New Roman"/>
                <a:ea typeface="DejaVu Sans"/>
              </a:rPr>
              <a:t>Quarta</a:t>
            </a:r>
            <a:r>
              <a:rPr lang="en-US" sz="3200" b="0" strike="noStrike" spc="-1" smtClean="0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aula: </a:t>
            </a:r>
            <a:r>
              <a:rPr lang="en-US" sz="32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Perceptrons</a:t>
            </a: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(cont.)</a:t>
            </a: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              Prof.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Keiji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Yamanaka 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Faculdade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de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Engenharia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Elétrica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– UFU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			</a:t>
            </a:r>
            <a:endParaRPr lang="pt-BR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327240" y="-78480"/>
            <a:ext cx="8670600" cy="5115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         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Trabalho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2800" b="0" strike="noStrike" spc="-1" dirty="0" smtClean="0">
                <a:solidFill>
                  <a:srgbClr val="FFCC66"/>
                </a:solidFill>
                <a:latin typeface="Times New Roman"/>
                <a:ea typeface="DejaVu Sans"/>
              </a:rPr>
              <a:t>04 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- 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Recohecimento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de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dígitos</a:t>
            </a: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4681800" y="2902320"/>
            <a:ext cx="429840" cy="429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3"/>
          <p:cNvSpPr/>
          <p:nvPr/>
        </p:nvSpPr>
        <p:spPr>
          <a:xfrm>
            <a:off x="4692960" y="2256120"/>
            <a:ext cx="429840" cy="429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Line 4"/>
          <p:cNvSpPr/>
          <p:nvPr/>
        </p:nvSpPr>
        <p:spPr>
          <a:xfrm>
            <a:off x="3097800" y="2470320"/>
            <a:ext cx="1584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" name="Line 5"/>
          <p:cNvSpPr/>
          <p:nvPr/>
        </p:nvSpPr>
        <p:spPr>
          <a:xfrm flipV="1">
            <a:off x="3168000" y="3246840"/>
            <a:ext cx="1513800" cy="139716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Line 6"/>
          <p:cNvSpPr/>
          <p:nvPr/>
        </p:nvSpPr>
        <p:spPr>
          <a:xfrm>
            <a:off x="5113800" y="2470320"/>
            <a:ext cx="504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Line 7"/>
          <p:cNvSpPr/>
          <p:nvPr/>
        </p:nvSpPr>
        <p:spPr>
          <a:xfrm>
            <a:off x="5113800" y="3118320"/>
            <a:ext cx="504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Line 8"/>
          <p:cNvSpPr/>
          <p:nvPr/>
        </p:nvSpPr>
        <p:spPr>
          <a:xfrm>
            <a:off x="5112000" y="4608000"/>
            <a:ext cx="576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Line 9"/>
          <p:cNvSpPr/>
          <p:nvPr/>
        </p:nvSpPr>
        <p:spPr>
          <a:xfrm flipH="1">
            <a:off x="5040000" y="2124000"/>
            <a:ext cx="288000" cy="1933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Line 10"/>
          <p:cNvSpPr/>
          <p:nvPr/>
        </p:nvSpPr>
        <p:spPr>
          <a:xfrm flipV="1">
            <a:off x="3168000" y="2614320"/>
            <a:ext cx="1585800" cy="202968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" name="Line 11"/>
          <p:cNvSpPr/>
          <p:nvPr/>
        </p:nvSpPr>
        <p:spPr>
          <a:xfrm>
            <a:off x="3097800" y="2470320"/>
            <a:ext cx="1656000" cy="504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CustomShape 12"/>
          <p:cNvSpPr/>
          <p:nvPr/>
        </p:nvSpPr>
        <p:spPr>
          <a:xfrm>
            <a:off x="2784240" y="2232000"/>
            <a:ext cx="4194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92" name="CustomShape 13"/>
          <p:cNvSpPr/>
          <p:nvPr/>
        </p:nvSpPr>
        <p:spPr>
          <a:xfrm>
            <a:off x="2846160" y="4414320"/>
            <a:ext cx="4194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i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93" name="CustomShape 14"/>
          <p:cNvSpPr/>
          <p:nvPr/>
        </p:nvSpPr>
        <p:spPr>
          <a:xfrm>
            <a:off x="5184000" y="1872000"/>
            <a:ext cx="36900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3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300" b="0" strike="noStrike" spc="-1">
              <a:latin typeface="Arial"/>
            </a:endParaRPr>
          </a:p>
        </p:txBody>
      </p:sp>
      <p:sp>
        <p:nvSpPr>
          <p:cNvPr id="94" name="CustomShape 15"/>
          <p:cNvSpPr/>
          <p:nvPr/>
        </p:nvSpPr>
        <p:spPr>
          <a:xfrm>
            <a:off x="5184000" y="252000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3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300" b="0" strike="noStrike" spc="-1">
              <a:latin typeface="Arial"/>
            </a:endParaRPr>
          </a:p>
        </p:txBody>
      </p:sp>
      <p:sp>
        <p:nvSpPr>
          <p:cNvPr id="95" name="CustomShape 16"/>
          <p:cNvSpPr/>
          <p:nvPr/>
        </p:nvSpPr>
        <p:spPr>
          <a:xfrm>
            <a:off x="5617800" y="1750320"/>
            <a:ext cx="2804040" cy="159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  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‘0’</a:t>
            </a: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 ‘1’    …   ‘9’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y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=   1     -1    …  -1  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96" name="CustomShape 17"/>
          <p:cNvSpPr/>
          <p:nvPr/>
        </p:nvSpPr>
        <p:spPr>
          <a:xfrm>
            <a:off x="5617800" y="2916000"/>
            <a:ext cx="273384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y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=  -1      1    …  -1     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97" name="CustomShape 18"/>
          <p:cNvSpPr/>
          <p:nvPr/>
        </p:nvSpPr>
        <p:spPr>
          <a:xfrm>
            <a:off x="5004000" y="1944000"/>
            <a:ext cx="52092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98" name="CustomShape 19"/>
          <p:cNvSpPr/>
          <p:nvPr/>
        </p:nvSpPr>
        <p:spPr>
          <a:xfrm>
            <a:off x="5025240" y="2602440"/>
            <a:ext cx="448920" cy="38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99" name="CustomShape 20"/>
          <p:cNvSpPr/>
          <p:nvPr/>
        </p:nvSpPr>
        <p:spPr>
          <a:xfrm>
            <a:off x="2881800" y="2912040"/>
            <a:ext cx="214560" cy="85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00" name="CustomShape 21"/>
          <p:cNvSpPr/>
          <p:nvPr/>
        </p:nvSpPr>
        <p:spPr>
          <a:xfrm>
            <a:off x="4707360" y="2286360"/>
            <a:ext cx="369000" cy="46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01" name="CustomShape 22"/>
          <p:cNvSpPr/>
          <p:nvPr/>
        </p:nvSpPr>
        <p:spPr>
          <a:xfrm>
            <a:off x="4717800" y="290232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02" name="CustomShape 23"/>
          <p:cNvSpPr/>
          <p:nvPr/>
        </p:nvSpPr>
        <p:spPr>
          <a:xfrm>
            <a:off x="3673800" y="216000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11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03" name="CustomShape 24"/>
          <p:cNvSpPr/>
          <p:nvPr/>
        </p:nvSpPr>
        <p:spPr>
          <a:xfrm>
            <a:off x="3925800" y="248400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12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04" name="CustomShape 25"/>
          <p:cNvSpPr/>
          <p:nvPr/>
        </p:nvSpPr>
        <p:spPr>
          <a:xfrm>
            <a:off x="3925800" y="304632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i1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05" name="CustomShape 26"/>
          <p:cNvSpPr/>
          <p:nvPr/>
        </p:nvSpPr>
        <p:spPr>
          <a:xfrm>
            <a:off x="4465800" y="360000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n2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06" name="Line 27"/>
          <p:cNvSpPr/>
          <p:nvPr/>
        </p:nvSpPr>
        <p:spPr>
          <a:xfrm flipH="1">
            <a:off x="5037120" y="2772000"/>
            <a:ext cx="290880" cy="2293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28"/>
          <p:cNvSpPr/>
          <p:nvPr/>
        </p:nvSpPr>
        <p:spPr>
          <a:xfrm>
            <a:off x="4692960" y="4380120"/>
            <a:ext cx="429840" cy="429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CustomShape 29"/>
          <p:cNvSpPr/>
          <p:nvPr/>
        </p:nvSpPr>
        <p:spPr>
          <a:xfrm>
            <a:off x="4753800" y="4378320"/>
            <a:ext cx="53784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j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09" name="CustomShape 30"/>
          <p:cNvSpPr/>
          <p:nvPr/>
        </p:nvSpPr>
        <p:spPr>
          <a:xfrm>
            <a:off x="4249800" y="433548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ij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10" name="Line 31"/>
          <p:cNvSpPr/>
          <p:nvPr/>
        </p:nvSpPr>
        <p:spPr>
          <a:xfrm flipV="1">
            <a:off x="3168000" y="4615200"/>
            <a:ext cx="1513800" cy="288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Line 32"/>
          <p:cNvSpPr/>
          <p:nvPr/>
        </p:nvSpPr>
        <p:spPr>
          <a:xfrm>
            <a:off x="3097800" y="2470320"/>
            <a:ext cx="1584000" cy="20239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CustomShape 33"/>
          <p:cNvSpPr/>
          <p:nvPr/>
        </p:nvSpPr>
        <p:spPr>
          <a:xfrm>
            <a:off x="4429800" y="4032000"/>
            <a:ext cx="50184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1j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13" name="Line 34"/>
          <p:cNvSpPr/>
          <p:nvPr/>
        </p:nvSpPr>
        <p:spPr>
          <a:xfrm flipH="1">
            <a:off x="5040360" y="4212000"/>
            <a:ext cx="288000" cy="1933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CustomShape 35"/>
          <p:cNvSpPr/>
          <p:nvPr/>
        </p:nvSpPr>
        <p:spPr>
          <a:xfrm>
            <a:off x="5184000" y="395352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3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300" b="0" strike="noStrike" spc="-1">
              <a:latin typeface="Arial"/>
            </a:endParaRPr>
          </a:p>
        </p:txBody>
      </p:sp>
      <p:sp>
        <p:nvSpPr>
          <p:cNvPr id="115" name="CustomShape 36"/>
          <p:cNvSpPr/>
          <p:nvPr/>
        </p:nvSpPr>
        <p:spPr>
          <a:xfrm>
            <a:off x="5004000" y="4032000"/>
            <a:ext cx="52092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j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16" name="CustomShape 37"/>
          <p:cNvSpPr/>
          <p:nvPr/>
        </p:nvSpPr>
        <p:spPr>
          <a:xfrm>
            <a:off x="5617800" y="4356000"/>
            <a:ext cx="273384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y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j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=  -1    -1    …  -1     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17" name="CustomShape 38"/>
          <p:cNvSpPr/>
          <p:nvPr/>
        </p:nvSpPr>
        <p:spPr>
          <a:xfrm>
            <a:off x="6300000" y="3384000"/>
            <a:ext cx="899640" cy="8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   .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   .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   .     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18" name="CustomShape 39"/>
          <p:cNvSpPr/>
          <p:nvPr/>
        </p:nvSpPr>
        <p:spPr>
          <a:xfrm>
            <a:off x="5617800" y="5544000"/>
            <a:ext cx="273384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y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10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=  -1    -1    …  1     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19" name="CustomShape 40"/>
          <p:cNvSpPr/>
          <p:nvPr/>
        </p:nvSpPr>
        <p:spPr>
          <a:xfrm>
            <a:off x="2846160" y="5566320"/>
            <a:ext cx="4194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20" name="CustomShape 41"/>
          <p:cNvSpPr/>
          <p:nvPr/>
        </p:nvSpPr>
        <p:spPr>
          <a:xfrm>
            <a:off x="4692960" y="5568120"/>
            <a:ext cx="429840" cy="429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Line 42"/>
          <p:cNvSpPr/>
          <p:nvPr/>
        </p:nvSpPr>
        <p:spPr>
          <a:xfrm flipV="1">
            <a:off x="3168000" y="5790240"/>
            <a:ext cx="1513800" cy="288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Line 43"/>
          <p:cNvSpPr/>
          <p:nvPr/>
        </p:nvSpPr>
        <p:spPr>
          <a:xfrm flipH="1">
            <a:off x="5040720" y="5328000"/>
            <a:ext cx="448560" cy="30132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44"/>
          <p:cNvSpPr/>
          <p:nvPr/>
        </p:nvSpPr>
        <p:spPr>
          <a:xfrm>
            <a:off x="5364000" y="506304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3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300" b="0" strike="noStrike" spc="-1">
              <a:latin typeface="Arial"/>
            </a:endParaRPr>
          </a:p>
        </p:txBody>
      </p:sp>
      <p:sp>
        <p:nvSpPr>
          <p:cNvPr id="124" name="CustomShape 45"/>
          <p:cNvSpPr/>
          <p:nvPr/>
        </p:nvSpPr>
        <p:spPr>
          <a:xfrm>
            <a:off x="5076000" y="5171040"/>
            <a:ext cx="52092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10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25" name="CustomShape 46"/>
          <p:cNvSpPr/>
          <p:nvPr/>
        </p:nvSpPr>
        <p:spPr>
          <a:xfrm>
            <a:off x="3817800" y="554400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n10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26" name="CustomShape 47"/>
          <p:cNvSpPr/>
          <p:nvPr/>
        </p:nvSpPr>
        <p:spPr>
          <a:xfrm>
            <a:off x="4645800" y="5566320"/>
            <a:ext cx="53784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10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27" name="Line 48"/>
          <p:cNvSpPr/>
          <p:nvPr/>
        </p:nvSpPr>
        <p:spPr>
          <a:xfrm>
            <a:off x="3168000" y="4631040"/>
            <a:ext cx="1513800" cy="105696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Line 49"/>
          <p:cNvSpPr/>
          <p:nvPr/>
        </p:nvSpPr>
        <p:spPr>
          <a:xfrm flipV="1">
            <a:off x="3168000" y="4722840"/>
            <a:ext cx="1585800" cy="10962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Line 50"/>
          <p:cNvSpPr/>
          <p:nvPr/>
        </p:nvSpPr>
        <p:spPr>
          <a:xfrm>
            <a:off x="3097800" y="2470320"/>
            <a:ext cx="1656000" cy="314568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CustomShape 51"/>
          <p:cNvSpPr/>
          <p:nvPr/>
        </p:nvSpPr>
        <p:spPr>
          <a:xfrm>
            <a:off x="4573800" y="519948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1,10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31" name="CustomShape 52"/>
          <p:cNvSpPr/>
          <p:nvPr/>
        </p:nvSpPr>
        <p:spPr>
          <a:xfrm>
            <a:off x="4501800" y="475200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nj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32" name="Line 53"/>
          <p:cNvSpPr/>
          <p:nvPr/>
        </p:nvSpPr>
        <p:spPr>
          <a:xfrm flipV="1">
            <a:off x="3168000" y="3332520"/>
            <a:ext cx="1656000" cy="248688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3" name="Line 54"/>
          <p:cNvSpPr/>
          <p:nvPr/>
        </p:nvSpPr>
        <p:spPr>
          <a:xfrm flipV="1">
            <a:off x="3168000" y="2686320"/>
            <a:ext cx="1656000" cy="313344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CustomShape 55"/>
          <p:cNvSpPr/>
          <p:nvPr/>
        </p:nvSpPr>
        <p:spPr>
          <a:xfrm>
            <a:off x="3529800" y="4126320"/>
            <a:ext cx="42984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i2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35" name="CustomShape 56"/>
          <p:cNvSpPr/>
          <p:nvPr/>
        </p:nvSpPr>
        <p:spPr>
          <a:xfrm>
            <a:off x="3169800" y="496800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n1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36" name="CustomShape 57"/>
          <p:cNvSpPr/>
          <p:nvPr/>
        </p:nvSpPr>
        <p:spPr>
          <a:xfrm>
            <a:off x="4141800" y="516348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4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i10</a:t>
            </a:r>
            <a:endParaRPr lang="pt-BR" sz="1400" b="0" strike="noStrike" spc="-1">
              <a:latin typeface="Arial"/>
            </a:endParaRPr>
          </a:p>
        </p:txBody>
      </p:sp>
      <p:sp>
        <p:nvSpPr>
          <p:cNvPr id="137" name="CustomShape 58"/>
          <p:cNvSpPr/>
          <p:nvPr/>
        </p:nvSpPr>
        <p:spPr>
          <a:xfrm>
            <a:off x="2881800" y="4784040"/>
            <a:ext cx="214560" cy="85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</p:txBody>
      </p:sp>
      <p:pic>
        <p:nvPicPr>
          <p:cNvPr id="138" name="Imagem 137"/>
          <p:cNvPicPr/>
          <p:nvPr/>
        </p:nvPicPr>
        <p:blipFill>
          <a:blip r:embed="rId2"/>
          <a:stretch/>
        </p:blipFill>
        <p:spPr>
          <a:xfrm>
            <a:off x="216000" y="1296000"/>
            <a:ext cx="1909800" cy="4896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-934200" y="648000"/>
            <a:ext cx="8277840" cy="35996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       Algoritmo:</a:t>
            </a: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</p:txBody>
      </p:sp>
      <p:pic>
        <p:nvPicPr>
          <p:cNvPr id="140" name="Imagem 139"/>
          <p:cNvPicPr/>
          <p:nvPr/>
        </p:nvPicPr>
        <p:blipFill>
          <a:blip r:embed="rId2"/>
          <a:stretch/>
        </p:blipFill>
        <p:spPr>
          <a:xfrm>
            <a:off x="2016000" y="266760"/>
            <a:ext cx="6839640" cy="6225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6E0D263096AE543989EDC63A5F204DE" ma:contentTypeVersion="3" ma:contentTypeDescription="Crie um novo documento." ma:contentTypeScope="" ma:versionID="6b46a758bcee6fc954b4405472999535">
  <xsd:schema xmlns:xsd="http://www.w3.org/2001/XMLSchema" xmlns:xs="http://www.w3.org/2001/XMLSchema" xmlns:p="http://schemas.microsoft.com/office/2006/metadata/properties" xmlns:ns2="f86bb142-cfc2-49f8-a6a3-1f1ebe9ac78f" targetNamespace="http://schemas.microsoft.com/office/2006/metadata/properties" ma:root="true" ma:fieldsID="bbfb16fa2ba3bfa7298bbbbbdbccf4e8" ns2:_="">
    <xsd:import namespace="f86bb142-cfc2-49f8-a6a3-1f1ebe9ac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6bb142-cfc2-49f8-a6a3-1f1ebe9ac7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A54E7B-0F13-4F6C-AD3A-22E925D702C5}"/>
</file>

<file path=customXml/itemProps2.xml><?xml version="1.0" encoding="utf-8"?>
<ds:datastoreItem xmlns:ds="http://schemas.openxmlformats.org/officeDocument/2006/customXml" ds:itemID="{A8367BEA-01DC-4620-9AC6-7CF4B523C058}"/>
</file>

<file path=customXml/itemProps3.xml><?xml version="1.0" encoding="utf-8"?>
<ds:datastoreItem xmlns:ds="http://schemas.openxmlformats.org/officeDocument/2006/customXml" ds:itemID="{CFC1A875-B1CB-43FE-AF81-F3553B0A5C74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apresentação\Chave e fechadura.pot</Template>
  <TotalTime>981</TotalTime>
  <Words>127</Words>
  <Application>Microsoft Office PowerPoint</Application>
  <PresentationFormat>Apresentação na tela (4:3)</PresentationFormat>
  <Paragraphs>66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Office Theme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Keiji</dc:creator>
  <dc:description/>
  <cp:lastModifiedBy>Keiji</cp:lastModifiedBy>
  <cp:revision>300</cp:revision>
  <dcterms:created xsi:type="dcterms:W3CDTF">1601-01-01T00:00:00Z</dcterms:created>
  <dcterms:modified xsi:type="dcterms:W3CDTF">2025-09-04T16:09:48Z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7</vt:i4>
  </property>
  <property fmtid="{D5CDD505-2E9C-101B-9397-08002B2CF9AE}" pid="12" name="ContentTypeId">
    <vt:lpwstr>0x010100B6E0D263096AE543989EDC63A5F204DE</vt:lpwstr>
  </property>
</Properties>
</file>